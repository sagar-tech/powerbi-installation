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5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3011150" cy="731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7619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Power BI pro</a:t>
            </a:r>
            <a:endParaRPr lang="en-US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9200"/>
            <a:ext cx="9144000" cy="61386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Powerbi</a:t>
            </a:r>
            <a:r>
              <a:rPr lang="en-US" dirty="0" smtClean="0"/>
              <a:t> desktop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On-screen Show (4:3)</PresentationFormat>
  <Paragraphs>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Power BI pro</vt:lpstr>
      <vt:lpstr>Powerbi desktop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DELL</dc:creator>
  <cp:lastModifiedBy>DELL</cp:lastModifiedBy>
  <cp:revision>1</cp:revision>
  <dcterms:created xsi:type="dcterms:W3CDTF">2006-08-16T00:00:00Z</dcterms:created>
  <dcterms:modified xsi:type="dcterms:W3CDTF">2020-05-07T05:16:50Z</dcterms:modified>
</cp:coreProperties>
</file>